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DeepSnap Image Recognition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Fast, secure, on‑prem vision service</a:t>
            </a:r>
          </a:p>
          <a:p>
            <a:r>
              <a:t>— powered by Node.js, Mongo &amp; React 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Problem</a:t>
            </a:r>
          </a:p>
          <a:p>
            <a:r>
              <a:t>Solution</a:t>
            </a:r>
          </a:p>
          <a:p>
            <a:r>
              <a:t>Tech stack</a:t>
            </a:r>
          </a:p>
          <a:p>
            <a:r>
              <a:t>Architecture</a:t>
            </a:r>
          </a:p>
          <a:p>
            <a:r>
              <a:t>Backend modules</a:t>
            </a:r>
          </a:p>
          <a:p>
            <a:r>
              <a:t>Frontend flow</a:t>
            </a:r>
          </a:p>
          <a:p>
            <a:r>
              <a:t>APIs</a:t>
            </a:r>
          </a:p>
          <a:p>
            <a:r>
              <a:t>Data models</a:t>
            </a:r>
          </a:p>
          <a:p>
            <a:r>
              <a:t>Security</a:t>
            </a:r>
          </a:p>
          <a:p>
            <a:r>
              <a:t>CI/CD &amp; K8s</a:t>
            </a:r>
          </a:p>
          <a:p>
            <a:r>
              <a:t>Roadmap</a:t>
            </a:r>
          </a:p>
          <a:p>
            <a:r>
              <a:t>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We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Manual tagging ≈ slow &amp; error‑prone</a:t>
            </a:r>
          </a:p>
          <a:p>
            <a:r>
              <a:t>Scattered image storage</a:t>
            </a:r>
          </a:p>
          <a:p>
            <a:r>
              <a:t>No unified chat + vision workflow</a:t>
            </a:r>
          </a:p>
          <a:p>
            <a:r>
              <a:t>Need on‑prem control for sensitive media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High‑Level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RESTful micro‑service</a:t>
            </a:r>
          </a:p>
          <a:p>
            <a:r>
              <a:t>Upload → AI vision → Chat summarisation</a:t>
            </a:r>
          </a:p>
          <a:p>
            <a:r>
              <a:t>Real‑time results streamed to dashboard</a:t>
            </a:r>
          </a:p>
          <a:p>
            <a:r>
              <a:t>Pluggable models &amp; storage providers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Backend: Node.js, Express, Mongoose</a:t>
            </a:r>
          </a:p>
          <a:p>
            <a:r>
              <a:rPr dirty="0"/>
              <a:t>Auth: Clerk JWT</a:t>
            </a:r>
          </a:p>
          <a:p>
            <a:r>
              <a:rPr dirty="0"/>
              <a:t>Storage: ImageKit S3</a:t>
            </a:r>
          </a:p>
          <a:p>
            <a:r>
              <a:rPr dirty="0"/>
              <a:t>AI</a:t>
            </a:r>
            <a:r>
              <a:t>: Ai</a:t>
            </a:r>
            <a:r>
              <a:rPr dirty="0"/>
              <a:t>‑Vision API</a:t>
            </a:r>
            <a:r>
              <a:rPr lang="en-IN" dirty="0"/>
              <a:t> via SDK</a:t>
            </a:r>
            <a:endParaRPr dirty="0"/>
          </a:p>
          <a:p>
            <a:r>
              <a:rPr dirty="0"/>
              <a:t>Frontend: React 18 + Vite + Tailwind</a:t>
            </a:r>
          </a:p>
          <a:p>
            <a:r>
              <a:rPr dirty="0"/>
              <a:t>Dev: </a:t>
            </a:r>
            <a:r>
              <a:rPr dirty="0" err="1"/>
              <a:t>pnpm</a:t>
            </a:r>
            <a:r>
              <a:rPr dirty="0"/>
              <a:t>, </a:t>
            </a:r>
            <a:r>
              <a:rPr dirty="0" err="1"/>
              <a:t>ESLint</a:t>
            </a:r>
            <a:r>
              <a:rPr dirty="0"/>
              <a:t>, Prettier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React SPA ↔️ REST API</a:t>
            </a:r>
          </a:p>
          <a:p>
            <a:r>
              <a:t>API ↔️ Vision service SDK</a:t>
            </a:r>
          </a:p>
          <a:p>
            <a:r>
              <a:t>API ↔️ MongoDB replica‑set</a:t>
            </a:r>
          </a:p>
          <a:p>
            <a:r>
              <a:t>K8s Ingress → Service → Pod</a:t>
            </a:r>
          </a:p>
          <a:p>
            <a:r>
              <a:t>ImageKit CDN serves thumbnails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index.js = single Express app</a:t>
            </a:r>
          </a:p>
          <a:p>
            <a:r>
              <a:t>Routes: upload, chats, userChats</a:t>
            </a:r>
          </a:p>
          <a:p>
            <a:r>
              <a:t>Controllers: vision, chat history</a:t>
            </a:r>
          </a:p>
          <a:p>
            <a:r>
              <a:t>Models: Chat, UserChats</a:t>
            </a:r>
          </a:p>
          <a:p>
            <a:r>
              <a:t>Middleware: ClerkExpressRequireAuth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Layer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Public pages: Home, Sign‑in, Sign‑up</a:t>
            </a:r>
          </a:p>
          <a:p>
            <a:r>
              <a:t>After auth → DashboardLayout</a:t>
            </a:r>
          </a:p>
          <a:p>
            <a:r>
              <a:t>Tabs: Upload, Chat, Prompts</a:t>
            </a:r>
          </a:p>
          <a:p>
            <a:r>
              <a:t>React‑Router 6 handles SPA navigation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Chat { userId, title, history[role,text], createdAt }</a:t>
            </a:r>
          </a:p>
          <a:p>
            <a:r>
              <a:t>UserChats { userId, chats[{_id,title,createdAt}] 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JWT + Clerk session validation</a:t>
            </a:r>
          </a:p>
          <a:p>
            <a:r>
              <a:t>CORS allow‑list</a:t>
            </a:r>
          </a:p>
          <a:p>
            <a:r>
              <a:t>HTTPS everywhere</a:t>
            </a:r>
          </a:p>
          <a:p>
            <a:r>
              <a:t>Mongo secure creds &amp; network rules</a:t>
            </a:r>
          </a:p>
          <a:p>
            <a:r>
              <a:t>ImageKit signed URLs</a:t>
            </a:r>
          </a:p>
          <a:p>
            <a:r>
              <a:t>OWASP headers via Express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&amp; K8s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GitHub Actions build &amp; test</a:t>
            </a:r>
          </a:p>
          <a:p>
            <a:r>
              <a:t>Docker images pushed to registry</a:t>
            </a:r>
          </a:p>
          <a:p>
            <a:r>
              <a:t>ArgoCD applies Helm chart</a:t>
            </a:r>
          </a:p>
          <a:p>
            <a:r>
              <a:t>K8s HPA scales pods</a:t>
            </a:r>
          </a:p>
          <a:p>
            <a:r>
              <a:t>Logs shipped to ELK stack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&amp; Future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Batch image uploads</a:t>
            </a:r>
          </a:p>
          <a:p>
            <a:r>
              <a:t>Custom model fine‑tuning</a:t>
            </a:r>
          </a:p>
          <a:p>
            <a:r>
              <a:t>Mobile Flutter client</a:t>
            </a:r>
          </a:p>
          <a:p>
            <a:r>
              <a:t>Role‑based dashboards</a:t>
            </a:r>
          </a:p>
          <a:p>
            <a:r>
              <a:t>Audit logs &amp; GDPR tooling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Let’s dive deeper into DeepSnap!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357</Words>
  <Application>Microsoft Office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DeepSnap Image Recognition Overview</vt:lpstr>
      <vt:lpstr>Agenda</vt:lpstr>
      <vt:lpstr>Problem We Solve</vt:lpstr>
      <vt:lpstr>High‑Level Solution</vt:lpstr>
      <vt:lpstr>Tech Stack Snapshot</vt:lpstr>
      <vt:lpstr>System Architecture</vt:lpstr>
      <vt:lpstr>Backend Modules</vt:lpstr>
      <vt:lpstr>Frontend Layer &amp; Flow</vt:lpstr>
      <vt:lpstr>Data Models</vt:lpstr>
      <vt:lpstr>Security &amp; Compliance</vt:lpstr>
      <vt:lpstr>CI/CD &amp; K8s Deployment</vt:lpstr>
      <vt:lpstr>Roadmap &amp; Future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DeepSnap Image Recognition Overview</dc:title>
  <dc:subject/>
  <dc:creator/>
  <cp:keywords/>
  <dc:description>generated using python-pptx</dc:description>
  <cp:lastModifiedBy>Rishi Kumar</cp:lastModifiedBy>
  <cp:revision>6</cp:revision>
  <dcterms:created xsi:type="dcterms:W3CDTF">2013-01-27T09:14:16Z</dcterms:created>
  <dcterms:modified xsi:type="dcterms:W3CDTF">2025-05-22T16:38:46Z</dcterms:modified>
  <cp:category/>
</cp:coreProperties>
</file>